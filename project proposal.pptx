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7" r:id="rId6"/>
    <p:sldId id="264" r:id="rId7"/>
    <p:sldId id="293" r:id="rId8"/>
    <p:sldId id="294" r:id="rId9"/>
    <p:sldId id="295" r:id="rId10"/>
    <p:sldId id="296" r:id="rId11"/>
    <p:sldId id="297" r:id="rId12"/>
    <p:sldId id="2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 varScale="1">
        <p:scale>
          <a:sx n="76" d="100"/>
          <a:sy n="76" d="100"/>
        </p:scale>
        <p:origin x="62" y="341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buch-seiten-hintergrund-1802861/" TargetMode="Externa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Investigation topic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>
            <a:normAutofit/>
          </a:bodyPr>
          <a:lstStyle/>
          <a:p>
            <a:r>
              <a:rPr lang="en-US" dirty="0"/>
              <a:t>How does image-to-text processing affect the Bleu scores of zero-shot prompting between Spanish and Portuguese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i="1" dirty="0"/>
              <a:t>effective strategies in zero-shot neural machine translation</a:t>
            </a:r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3059113"/>
            <a:ext cx="6597650" cy="32956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Thanh-Le Ha, Jan Niehues, Alexander Waibel</a:t>
            </a:r>
            <a:endParaRPr lang="en-US" i="1" dirty="0"/>
          </a:p>
          <a:p>
            <a:r>
              <a:rPr lang="en-US" i="1" dirty="0"/>
              <a:t>[</a:t>
            </a:r>
            <a:r>
              <a:rPr lang="en-US" i="1" dirty="0" err="1"/>
              <a:t>PDF</a:t>
            </a:r>
            <a:r>
              <a:rPr lang="en-US" dirty="0" err="1"/>
              <a:t>Semantic</a:t>
            </a:r>
            <a:r>
              <a:rPr lang="en-US" dirty="0"/>
              <a:t> Scholar. (n.d.).] https://www.semanticscholar.org/reader/bc4a8e412aaabc5dbb8e4bc534870226abbf239f </a:t>
            </a:r>
            <a:endParaRPr lang="en-US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A5643-99E1-56D4-C913-BE8385E4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 anchor="b">
            <a:normAutofit/>
          </a:bodyPr>
          <a:lstStyle/>
          <a:p>
            <a:r>
              <a:rPr lang="en-US" sz="4100" i="1"/>
              <a:t>Multimodal prompt tuning for zero-shot instruction learning</a:t>
            </a:r>
            <a:r>
              <a:rPr lang="en-US" sz="4100"/>
              <a:t>. arXiv.org.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A6236-7ED0-0604-F14A-3AAEF41A99F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200"/>
              <a:t>Wang, T., Liu, Y., Liang, J. C., Zhao, J., Cui, Y., Mao, Y., Nie, S., Liu, J., Feng, F., Xu, Z., Han, C., Huang, L., Wang, Q., &amp; Liu, D. (2024, October 30). </a:t>
            </a:r>
            <a:r>
              <a:rPr lang="en-US" sz="2200" i="1"/>
              <a:t>M$^2$PT: </a:t>
            </a:r>
            <a:r>
              <a:rPr lang="en-US" sz="2200"/>
              <a:t>https://arxiv.org/abs/2409.15657 </a:t>
            </a:r>
          </a:p>
          <a:p>
            <a:pPr>
              <a:spcAft>
                <a:spcPts val="600"/>
              </a:spcAft>
            </a:pPr>
            <a:endParaRPr lang="en-US" sz="2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FD988A-2C36-CADA-DE3F-B75797157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23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0D841-84D4-33DF-806D-4AA851F58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Parsing to Text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2602E2-61C9-CD0C-3C38-BE8DB3BD6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DBA4E-0502-004D-9CE8-16E229E66F34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dirty="0"/>
              <a:t>B. Z. Yao, X. Yang, L. Lin, M. W. Lee and S. -C. Zhu, "I2T: Image Parsing to Text Description," in Proceedings of the IEEE, vol. 98, no. 8, pp. 1485-1508, Aug. 2010, </a:t>
            </a:r>
            <a:r>
              <a:rPr lang="en-US" dirty="0" err="1"/>
              <a:t>doi</a:t>
            </a:r>
            <a:r>
              <a:rPr lang="en-US" dirty="0"/>
              <a:t>: 10.1109/JPROC.2010.2050411.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068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291404-B235-607C-FD44-84D2E6A1F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/>
          <a:lstStyle/>
          <a:p>
            <a:r>
              <a:rPr lang="en-US" dirty="0"/>
              <a:t>Corpora involved</a:t>
            </a:r>
          </a:p>
        </p:txBody>
      </p:sp>
      <p:pic>
        <p:nvPicPr>
          <p:cNvPr id="6" name="Content Placeholder 5" descr="Close up of a book open&#10;&#10;AI-generated content may be incorrect.">
            <a:extLst>
              <a:ext uri="{FF2B5EF4-FFF2-40B4-BE49-F238E27FC236}">
                <a16:creationId xmlns:a16="http://schemas.microsoft.com/office/drawing/2014/main" id="{3E22386D-5DF6-D99F-5F67-EB2CB66ECE2A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67228" y="2481263"/>
            <a:ext cx="4849282" cy="3636962"/>
          </a:xfr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18FE83F-612C-D23F-2683-4533EB7B7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/>
          <a:lstStyle/>
          <a:p>
            <a:r>
              <a:rPr lang="en-US" dirty="0"/>
              <a:t>English to Spanish 1.4 million lines</a:t>
            </a:r>
          </a:p>
          <a:p>
            <a:r>
              <a:rPr lang="en-US" dirty="0"/>
              <a:t>English to Portuguese</a:t>
            </a:r>
          </a:p>
          <a:p>
            <a:r>
              <a:rPr lang="en-US" dirty="0"/>
              <a:t>Spanish to Portuguese Data Found on the web via … for the testing sets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E8D5DB-404A-EF41-5D13-A66C7A34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5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ACAC9FF-C539-64D2-C434-4122BBB83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/>
          <a:lstStyle/>
          <a:p>
            <a:r>
              <a:rPr lang="en-US" dirty="0"/>
              <a:t>Code </a:t>
            </a:r>
            <a:r>
              <a:rPr lang="en-US" dirty="0" err="1"/>
              <a:t>Archetecture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15A8D09-5912-D65B-3B90-7F969AB30F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2417197"/>
            <a:ext cx="4278313" cy="3737541"/>
          </a:xfrm>
        </p:spPr>
        <p:txBody>
          <a:bodyPr/>
          <a:lstStyle/>
          <a:p>
            <a:r>
              <a:rPr lang="en-US" dirty="0"/>
              <a:t>Integrate text recognition software with a zero-shot prompting mode</a:t>
            </a:r>
          </a:p>
          <a:p>
            <a:r>
              <a:rPr lang="en-US" dirty="0"/>
              <a:t>Code to integrate the training sets</a:t>
            </a:r>
          </a:p>
          <a:p>
            <a:r>
              <a:rPr lang="en-US" dirty="0"/>
              <a:t>Use of sentence piece</a:t>
            </a:r>
          </a:p>
          <a:p>
            <a:r>
              <a:rPr lang="en-US" dirty="0"/>
              <a:t>Code to align the sentences with photos and their outputs from the photo to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84CE1A-89E8-C63A-5AF1-758D5577B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7" name="Picture 6" descr="Program coding on a computer screen">
            <a:extLst>
              <a:ext uri="{FF2B5EF4-FFF2-40B4-BE49-F238E27FC236}">
                <a16:creationId xmlns:a16="http://schemas.microsoft.com/office/drawing/2014/main" id="{E39F2A47-5E00-E854-EFA3-8092308C5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340" y="1979804"/>
            <a:ext cx="5599025" cy="373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66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B5E2-5F25-D790-C387-D14AF0060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 anchor="b">
            <a:normAutofit/>
          </a:bodyPr>
          <a:lstStyle/>
          <a:p>
            <a:r>
              <a:rPr lang="en-US" dirty="0"/>
              <a:t>Types of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007F2-FA6D-6DFC-FF83-9162000A3EF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For human evaluation, the eval </a:t>
            </a:r>
            <a:r>
              <a:rPr lang="en-US" dirty="0" err="1"/>
              <a:t>couting</a:t>
            </a:r>
            <a:r>
              <a:rPr lang="en-US" dirty="0"/>
              <a:t> tool will be used</a:t>
            </a:r>
            <a:endParaRPr lang="en-US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Bleu and Comet</a:t>
            </a:r>
            <a:endParaRPr lang="en-US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4FA56-8BE8-3F29-EB1A-C19EA885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3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EEB4-B892-4D19-4B60-F5D16B7E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8276D-4E32-DD30-319C-17DB5A026315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 expect that translation from pictures will be nearly as good as the translations that come directly from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78F04-97FA-4580-1075-CF687FE8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35359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{32F34D6F-4AAB-4A04-95F4-50009F7DF4FA}TF55c86556-70ea-476e-aa05-13a38f2d5b0da1381d77_win32-a3c664429073</Template>
  <TotalTime>538</TotalTime>
  <Words>329</Words>
  <Application>Microsoft Office PowerPoint</Application>
  <PresentationFormat>Widescreen</PresentationFormat>
  <Paragraphs>35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Avenir Next LT Pro</vt:lpstr>
      <vt:lpstr>Calibri</vt:lpstr>
      <vt:lpstr>Custom</vt:lpstr>
      <vt:lpstr>Basic presentation</vt:lpstr>
      <vt:lpstr>Investigation topic</vt:lpstr>
      <vt:lpstr>effective strategies in zero-shot neural machine translation.</vt:lpstr>
      <vt:lpstr>Multimodal prompt tuning for zero-shot instruction learning. arXiv.org.</vt:lpstr>
      <vt:lpstr>Image Parsing to Text Description </vt:lpstr>
      <vt:lpstr>Corpora involved</vt:lpstr>
      <vt:lpstr>Code Archetecture</vt:lpstr>
      <vt:lpstr>Types of evaluation</vt:lpstr>
      <vt:lpstr>Expected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Dexter Syndergaard</dc:creator>
  <cp:lastModifiedBy>Dexter Syndergaard</cp:lastModifiedBy>
  <cp:revision>1</cp:revision>
  <dcterms:created xsi:type="dcterms:W3CDTF">2025-11-05T17:18:07Z</dcterms:created>
  <dcterms:modified xsi:type="dcterms:W3CDTF">2025-11-06T02:16:32Z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